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C (CQSA, Tension-Inquiry). Engineers want the puzzle first: cortisol from a pain every agent builder has felt. The four pain cards preview the four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Q + S. S reminds (every reader nods). Q activates the prediction engine and names the four pillars without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A — the pyramid's Governing Thought. Dopamine release; the six cards are the deck map. Each following section runs its own mini S→C→A cycle (nested SCR).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1. The architecture section grounds everything that follows: each later section lives in a layer the reader has now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2. Deterministic-first cascade = the cost story; frozen three-axis gates = the rigor story. The included training script is the steal-this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3. The rarest content in the repo — published IAA numbers and a shadow-first enable policy. κ=1.0 is on 5 gate-eligible anchors; α=0.8846 pilot on 43 items — stated precisely to stay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4. $0 is the hook; the security treatment of retrieved text is the substance — most stacks pipe snippets straight into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5. Infra tested with OPA AND Gherkin BDD on a side project is the surprise; $5–30/mo makes it followable by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6. The meta-move: this deck was built with the repo's own prompts — say so out loud, it's the most shareable fact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Conversion slide: reduce time-to-first-win. Each item is one command or one file — no setup epic.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macro A restated as the star CTA, six-pillar recap as receipts, honesty box converts the license gap into a follow/watch action instead of a hidden flaw.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FROM PRODUCTION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 was the easy part.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demo works. Then it meets a prompt injection it can't see, an auditor asking </a:t>
            </a:r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it do that?”</a:t>
            </a:r>
            <a:pPr indent="0" marL="0">
              <a:buNone/>
            </a:pPr>
            <a:r>
              <a:rPr lang="en-US" sz="16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eval suite that's really vibes, and a cloud bill that ends the experiment. The loop was never the hard part — 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around the loop 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rails that are a regex and good intentions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nobody recorded, answers nobody has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 as the quality gate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only if you can afford 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8646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Trust-Native ReAct Agent Framework  ·  github.com/rajnishkhatri/AgentsFramework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between a working loop and a trustworthy agent?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36192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agent builder already knows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hand you the ReAct loop in fifty lines — and leave guardrails, evaluation, governance, deployment, and the learning curve as exercises for the reader. The tutorials stop exactly where production begins.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8138160" cy="160020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108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0540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this repo answers: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36499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open codebase ship the un-demo-able parts — a guardrail stack with a trained model, an eval pipeline calibrated against humans, policy-gated cloud deployment at hobby cost, and the recipes to rebuild it all — in a form you can verify before you trust it?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Yes. It's all here — and checkable.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 open-sources the four things agent demos leave out, plus the architecture that holds them together. Six sections follow; every claim carries a file path or a command you can run.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6426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architecture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43584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CI gates; illegal imports fail the build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55848" y="24231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3864" y="26426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483864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9352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9352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DeBERTa-v3, frozen eval gates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71616" y="24231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26426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Goal-judge evals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theory, κ = 1.0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5570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43584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 search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43584" y="36850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self-hosted SearXNG, no API key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55848" y="33375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3864" y="35570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3483864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deployment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59352" y="36850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policy-as-code, idles near $0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71616" y="33375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35570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recipes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75120" y="36850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every piece yourself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108K+ lines  ·  2,500 tests  ·  0 live LLM calls in CI  ·  built solo in 8 weeks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 — crossing them fails the build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framework draws a layering diagram.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next week's PR from importing across it. Diagrams rot; nobody notices until refactor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4480560" cy="493776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249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4505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topology &amp; state — thin wrappers 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798064"/>
            <a:ext cx="4480560" cy="493776"/>
          </a:xfrm>
          <a:prstGeom prst="rect">
            <a:avLst/>
          </a:prstGeom>
          <a:solidFill>
            <a:srgbClr val="2A3A6B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834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0358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evaluator · plan builder · goal judge — LangGraph imports forbidden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4480560" cy="493776"/>
          </a:xfrm>
          <a:prstGeom prst="rect">
            <a:avLst/>
          </a:prstGeom>
          <a:solidFill>
            <a:srgbClr val="3D5089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419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621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· guardrails · governance · memory · tools · web search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4480560" cy="493776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005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KERNEL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 &amp; crypto — stdlib + Pydantic only, no I/O, no logging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flow downward only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2212848"/>
            <a:ext cx="3291840" cy="233172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16752" y="2331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a test,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convention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99923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architecture-gate modules check dependency rules, service isolation, and layer placement on every commit. 2,500 tests overall — a 2:1 test-to-code ratio, with zero live LLM calls in CI.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0" y="4160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</a:t>
            </a:r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tests/architecture/ -q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GUARDRAIL FINE-TUNING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input rail is a trained model, not a regex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ships “guardrails” now.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a regex and a prayer — or an LLM judge on every request: slow, costly, and untested for over-blocking.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26334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212848"/>
            <a:ext cx="263347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359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PRECHECK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" y="26151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length caps, injection regex, base64 decode, entropy check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" y="3200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· zero flake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9272" y="2212848"/>
            <a:ext cx="26334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9272" y="2212848"/>
            <a:ext cx="263347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483864" y="2359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CLASSIFIER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83864" y="26151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DeBERTa-v3 with PIGuard MOF, exported to INT8 ONNX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83864" y="3200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≥ 0.80 · accept ≤ 0.20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35624" y="2212848"/>
            <a:ext cx="26334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35624" y="2212848"/>
            <a:ext cx="263347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300216" y="2359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NARROW JUDGE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0216" y="26151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LLM, scoped to injection only — reached only when 1 &amp; 2 defer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0216" y="3200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path, made rare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749040"/>
            <a:ext cx="8138160" cy="86868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0233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3840480"/>
            <a:ext cx="7360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freezes the quality bar: malicious recall ≥ 0.95, false-positive rate &lt; 2% (Llama-Guard-3 ≈ 4%), over-defense measured on a held-out NotInject split — with a contamination guard that makes train/test leakage a hard error.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script included: scripts/train_injection_classifier.py.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EVALUATION SCIENCE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goal judge with human-agreement receipts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narrate success beautifully.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“Looks right to me” is not an eval. Judges that trust the agent's own story get gamed by fabricated progress.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 = 1.0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agreement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blind annotators; gate ≥0.8 (docs/IAA)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24328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61488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 0.88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61488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gold-set pilot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61488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Krippendorff's α on 43 items; 101-row sheet at v0.9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45736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82896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82896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grounded-theory taxonomy across 5 axes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04304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04304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flip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4304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fabricated-progress attacks must not flip verdicts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8138160" cy="68580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1148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00507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are grounded in the tool trace, not the agent's narration — and the judge ships default-off, in shadow mode, until precision ≥ 0.90 and flip ≤ 5% gates clear.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7-stage methodology is in .cursor/skills/llm-eval-grounded-theory/ — 62 tests cover the judge alone.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FREE WEB 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search that costs $0, needs no API key, and sanitizes what it reads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needs web search.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APIs meter every call, and raw snippets are an indirect-injection channel straight into your context window.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2651760" cy="237744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SearXNG sidecar — localhost or Cloud Run on port 8888, scale-to-zero, aggregating upstream engines. No vendor, no key, no meter.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240280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2128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port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WebSearchProvider protocol; SearXNG adapter + deterministic stub for CI (services/tools/search/)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2807208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7797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Injection-sanitized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title &amp; snippet runs the retrieval rail before re-entering context; modifications logged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3374136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33467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terminal, not forever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backend → ok=False; no-progress detector (3 repeats, hard stop 5) ends loop-on-dead-tool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3941064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91363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failure-first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cases: HTTP 500, timeout, network error, empty results — written before the success paths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45262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</a:t>
            </a:r>
            <a:pPr indent="0" marL="0">
              <a:buNone/>
            </a:pPr>
            <a:r>
              <a:rPr lang="en-US" sz="10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-f docker-compose.searxng.yml up   ·   WEB_SEARCH_PROVIDER=searxng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GCP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Policy-gated deploys that idle at pocket change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“Production-grade” usually means a real cloud bill.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agent projects stay on laptops — and the deployment lessons never get learned.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$5–30/mo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tier, mostly free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scale-to-zero + Neon free Postgres + Cloudflare Pages; the bill is basically Cloudflare Pro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24328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61488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+ 11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761488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 + Gherkin gates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61488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secrets, no allUsers IAM, SSE cache bypass — 108 conftest + 38 pytest checks, mutation-tested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45736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82896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gates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882896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apply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2896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validate → tflint → conftest → pytest; then BDD against the resolved plan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04304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→ D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004304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ladder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04304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→ HA production; substrate swaps touch only the composition root, zero app code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206240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deploys (scripts/deploy_gcp.sh) with two human gates, digest-pinned images, CalVer+SHA deploy IDs — and a black-box → Langfuse relay with a dead-letter queue for observability.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LEARN IT, DON'T JUST CLONE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recipes: rebuild every piece yourself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repos document what; few teach how.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a black box teaches you nothing — and you can't maintain what you couldn't have built.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deployment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→ cleanup, with cost notes &amp; rollback per step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85416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04288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04288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04288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“five-door” security build, precheck → classifier → judge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67912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86784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86784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86784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flight-recorder: black box → Langfuse audit trails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50408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69280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judge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grounded-theory failure taxonomy → rubric → gold set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32904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51776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51776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hardening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51776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correctness, schema versioning, negative paths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4041648"/>
            <a:ext cx="8138160" cy="621792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19709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096512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recipe is dual-audience: exact commands for this repo, generic steps for your stack. Bonus: the reasoning prompts that structured this very deck — SCQA, Pyramid Principle, TDD-for-agents — ship in research/, runnable via StructuredReasoning/cli_pyramid.py.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steal in the next ten minutes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architecture gates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417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tests/architecture/ -q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12 boundary tests defend the layers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048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free web search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2093976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0939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-f docker-compose.searxng.yml up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set WEB_SEARCH_PROVIDER=searxng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injection classifier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2770632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7706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scripts/train_injection_classifier.py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+ PIGuard MOF → INT8 ONNX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465576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3401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recipe end-to-end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3447288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4472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docs/recipes/guardrails/00_overview.md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five-door security build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42232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" y="40782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the reasoning prompts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0520" y="4123944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412394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research/pyramid_react_system_prompt.md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issue trees + 8 validation checks, framework-agnostic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ANSWER, RESTATED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this would've saved you a month,</a:t>
            </a:r>
            <a:endParaRPr lang="en-US" sz="2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worth a star.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CI gates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2103120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 0.95 gate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2103120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2103120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Goal-judge evals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6208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1.0 · α = 0.88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816352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16352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118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 no API key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55848" y="2816352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5848" y="2816352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deploy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118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$5–30/mo, policy-gated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71616" y="2816352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2816352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118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40+, dual-audience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7909560" cy="777240"/>
          </a:xfrm>
          <a:prstGeom prst="rect">
            <a:avLst/>
          </a:prstGeom>
          <a:solidFill>
            <a:srgbClr val="10172E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82219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fine print:  </a:t>
            </a:r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pre-1.0, single maintainer, LICENSE pending — until it lands, treat it as look-don't-ship and watch the repo for the license drop. ~20 live-LLM tests fail visibly in the local cache, excluded from CI on purpose (the recipes explain why). Every number here comes from a static audit of the repository.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4773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github.com/rajnishkhatri/AgentsFramework — star it if it earned one   ·   Rajnish Khatri · rajnish.khatri@gmail.com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Trust-Native ReAct Agent Framework — v3 (CQSA, OSS)</dc:title>
  <dc:subject>PptxGenJS Presentation</dc:subject>
  <dc:creator>Rajnish Khatri</dc:creator>
  <cp:lastModifiedBy>Rajnish Khatri</cp:lastModifiedBy>
  <cp:revision>1</cp:revision>
  <dcterms:created xsi:type="dcterms:W3CDTF">2026-06-11T18:56:06Z</dcterms:created>
  <dcterms:modified xsi:type="dcterms:W3CDTF">2026-06-11T18:56:06Z</dcterms:modified>
</cp:coreProperties>
</file>