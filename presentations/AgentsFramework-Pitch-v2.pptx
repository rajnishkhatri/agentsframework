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 Q (QSCA, Provocative). Audience: skeptical CTO/hiring manager in evaluation mode. The question bypasses the evaluation circuit and engages prediction: 'how WOULD I verify it?' Longest dopamine window — the Answer doesn't land until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 S then C. S reminds, never informs — a skeptical CTO nods at every sentence. C quantifies the stakes in their own terms (quarters, roadmap) without invented industry statistics. Cortisol: the pain is the verification gap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 A — the Governing Thought: 'a one-hour interview against an auditable repo is the cheapest verification you'll ever run.' Dopamine release after the slide-1 question. The four mini-SCA sections that follow are the Pyramid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1. New cortisol cycle: 'diagrams rot' is a pain every CTO has lived. Mini-A is checkable in one command — the 'Verify:' line is the trust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2. The mini-C names the dirty secret of agentic codebases (tests that don't run). The 0 and the 1 stats are the contrarian proof points — discipline, not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3. Mini-C reframes guardrails from feature to liability question. The A is the differentiator for regulated-AI roles: provenance, not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MINI-SCA 4. Velocity claim made falsifiable: git log is the evidence. Three columns show range; the A-line anchors the 8-week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macro resolution restated + call to action. The probe list converts skepticism into the interview agenda itself — the CTO's evaluation instinct becomes the reason to take the meeting. Honesty box preserves the 'verified claims only' ethos.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FOR YOUR NEXT HIRING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Anyone can claim “production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AI.” How do you verify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in one hour?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screening call sounds identical now: LangGraph, RAG, guardrails, evals. The demo works. </a:t>
            </a:r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the question</a:t>
            </a:r>
            <a:pPr indent="0" marL="0">
              <a:buNone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a résumé can't answer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Rajnish Khatri  ·  Senior AI Engineering Leadership  ·  Chicago, 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SITUATION, AND THE BIND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already know where agent projects die — résumés don't show 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138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experience already tells you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prototypes are easy; agent systems are not. Projects rarely die in the demo — they die in security review, in the audit, in month three when the architecture rots. </a:t>
            </a:r>
            <a:pPr indent="0" marL="0">
              <a:buNone/>
            </a:pPr>
            <a:r>
              <a:rPr lang="en-US" sz="11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strongest candidates and the weakest ones describe their work in exactly the same vocabulary.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8138160" cy="146304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2461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172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bind: every signal in a hiring loop is a proxy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80160" y="34747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Take-homes are toy-scale. System-design rounds are whiteboards — nothing compiles. References are curated. Portfolio repos are usually a notebook and a README. You're asked to commit a senior salary and a team's roadmap on signals you cannot diff, while the cost of a wrong call is measured in quarters, not weeks.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me against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codebase you can audit.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Trust-Native ReAct Agent Framework</a:t>
            </a:r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full-stack agent platform built solo in eight weeks. Four slides follow; each makes one claim a hiring loop normally can't check, and each is reproducible from the repository before we ever speak.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874520" cy="91440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342900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108K+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19072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Python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TypeScript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3337560"/>
            <a:ext cx="1874520" cy="91440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342900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76472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 files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1874520" cy="91440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342900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33872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architecture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12280" y="3337560"/>
            <a:ext cx="1874520" cy="914400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342900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91272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17 – Jun 10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github.com/rajnishkhatri/AgentsFramework — clone it, run the gates, then decide if the hour is worth it.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1 OF 4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boundaries here are CI failures, not conventions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framework has a layering diagram.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tomorrow's PR from importing across it — diagrams rot silently.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4480560" cy="512064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2585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4597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topology &amp; state — thin wrappers only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816352"/>
            <a:ext cx="4480560" cy="512064"/>
          </a:xfrm>
          <a:prstGeom prst="rect">
            <a:avLst/>
          </a:prstGeom>
          <a:solidFill>
            <a:srgbClr val="2A3A6B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862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evaluator · plan builder — LangGraph imports forbidden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419856"/>
            <a:ext cx="4480560" cy="512064"/>
          </a:xfrm>
          <a:prstGeom prst="rect">
            <a:avLst/>
          </a:prstGeom>
          <a:solidFill>
            <a:srgbClr val="3D5089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4655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3666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· guardrails · governance · memory · tools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4023360"/>
            <a:ext cx="4480560" cy="512064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069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KERNEL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4270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types &amp; crypto — stdlib + Pydantic only, no I/O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5902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flow downward only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9240" y="2212848"/>
            <a:ext cx="3291840" cy="2377440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2395728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16752" y="23591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boundary-gate test modules run as their own CI job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rules, service isolation, layer placement, read-only surfaces. An illegal import is a red build — the architecture cannot silently rot.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pytest tests/architecture/ -q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2 OF 4 · QUALITY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outweigh the application code 2:1 — and CI never calls a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says they test.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tests that hit live LLMs are flaky and expensive — so in most repos they quietly don't run.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1938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186 files, organized by architectural layer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24328" y="2240280"/>
            <a:ext cx="1938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61488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53.6K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761488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test 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61488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26.7K lines of Python application code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45736" y="2240280"/>
            <a:ext cx="1938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82896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882896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LLM calls in CI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2896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mocked by marker scope on Python 3.13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67144" y="2240280"/>
            <a:ext cx="1938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04304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004304" y="2926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cold-install CI job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04304" y="3200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hash-pinned requirements.lock proven from scratch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4160520"/>
            <a:ext cx="8138160" cy="548640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27939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279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422452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tests (Hypothesis) on the trust kernel; rejection tests written before acceptance tests for every guard; live-LLM evals isolated outside CI by marker — deliberately, not accidentally.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3 OF 4 · SECURITY &amp;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“Why did the agent do that?” has a signed, replayable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table stakes; everyone has them.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incident time, an unrecorded decision is an unexplainable one — that's where regulated deployments stall.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58568"/>
            <a:ext cx="384048" cy="384048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rejects injection &amp; override attempts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871216"/>
            <a:ext cx="384048" cy="384048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28529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validators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gates: command allowlist, path sandboxing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83864"/>
            <a:ext cx="384048" cy="384048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46557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API-key / prompt-leak scanning (regex + LLM)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096512"/>
            <a:ext cx="384048" cy="384048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" y="40782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classifier — </a:t>
            </a:r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line, in the governance layer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3794760" cy="2395728"/>
          </a:xfrm>
          <a:prstGeom prst="rect">
            <a:avLst/>
          </a:prstGeom>
          <a:solidFill>
            <a:srgbClr val="10172E"/>
          </a:solidFill>
          <a:ln/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74920" y="24231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13832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captured and replayable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999232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recordings </a:t>
            </a:r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I/O per run) · </a:t>
            </a:r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logs </a:t>
            </a:r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reasoning step) · </a:t>
            </a:r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signed agent-facts registry </a:t>
            </a:r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(capabilities &amp; policies, GCS-backed) · </a:t>
            </a:r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6-module read-only explainability dashboard </a:t>
            </a:r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traces, decisions, guardrails, agents, compliance, live logs.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4 OF 4 · DELIVERY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engineer, eight weeks: runtime to deployable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713232"/>
          </a:xfrm>
          <a:prstGeom prst="rect">
            <a:avLst/>
          </a:prstGeom>
          <a:solidFill>
            <a:srgbClr val="EAF0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9616"/>
            <a:ext cx="310896" cy="310896"/>
          </a:xfrm>
          <a:prstGeom prst="ellipse">
            <a:avLst/>
          </a:prstGeom>
          <a:solidFill>
            <a:srgbClr val="1017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portfolio repos are a notebook and a README.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4996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4996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needs auth, memory, telemetry, IaC, CI — exactly where solo projects stop.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26334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240280"/>
            <a:ext cx="2633472" cy="402336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2402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" y="27889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27.7K lines of TypeScript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19 · CopilotKit UI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WorkOS auth · Zod · Tailwind v4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frontend test files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19272" y="2240280"/>
            <a:ext cx="26334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9272" y="2240280"/>
            <a:ext cx="2633472" cy="402336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18" name="Text 16"/>
          <p:cNvSpPr/>
          <p:nvPr/>
        </p:nvSpPr>
        <p:spPr>
          <a:xfrm>
            <a:off x="3483864" y="22402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&amp; MIDDLEWARE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83864" y="27889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26.7K lines of Python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LiteLLM model routing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Adapters: WorkOS JWT · Mem0 · Langfuse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checkpointing · OpenAPI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35624" y="2240280"/>
            <a:ext cx="263347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2"/>
            </a:solidFill>
            <a:prstDash val="solid"/>
          </a:ln>
          <a:effectLst>
            <a:outerShdw sx="100000" sy="100000" kx="0" ky="0" algn="bl" rotWithShape="0" blurRad="101600" dist="38100" dir="8100000">
              <a:srgbClr val="0A0F1F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2240280"/>
            <a:ext cx="2633472" cy="402336"/>
          </a:xfrm>
          <a:prstGeom prst="rect">
            <a:avLst/>
          </a:prstGeom>
          <a:solidFill>
            <a:srgbClr val="10172E"/>
          </a:solidFill>
          <a:ln/>
        </p:spPr>
      </p:sp>
      <p:sp>
        <p:nvSpPr>
          <p:cNvPr id="22" name="Text 20"/>
          <p:cNvSpPr/>
          <p:nvPr/>
        </p:nvSpPr>
        <p:spPr>
          <a:xfrm>
            <a:off x="6300216" y="22402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DELIVERY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0216" y="278892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01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Terraform files, 10 Rego policies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· Cloudflare edge · Neon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images: agent, backend, search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GitHub Actions workflows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pPr indent="0" marL="0">
              <a:buNone/>
            </a:pPr>
            <a:r>
              <a:rPr lang="en-US" sz="11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commits, Apr 17 → Jun 10, 2026 — the full git history is the timesheet.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verified by static audit of github.com/rajnishkhatri/AgentsFramework · Jun 11,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ANSWER, RESTATED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the interview hour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can't be faked.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these in the loop — I'll walk through any of them live: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840480" cy="859536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64008" cy="85953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762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gates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4140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tests/architecture/ — then try to add an illegal import and watch it fail.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2103120"/>
            <a:ext cx="3840480" cy="859536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103120"/>
            <a:ext cx="64008" cy="85953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21762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kernel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241401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trust/ has zero framework dependencies. Ask me why authorization lives there and what signing buys.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054096"/>
            <a:ext cx="3840480" cy="859536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54096"/>
            <a:ext cx="64008" cy="85953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1272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the evals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3649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live-LLM and infra tests fail in the local cache, visibly. Ask me why they're excluded from CI on purpose.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054096"/>
            <a:ext cx="3840480" cy="859536"/>
          </a:xfrm>
          <a:prstGeom prst="rect">
            <a:avLst/>
          </a:prstGeom>
          <a:solidFill>
            <a:srgbClr val="1E2761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054096"/>
            <a:ext cx="64008" cy="85953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31272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decision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0328" y="33649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run; I'll replay it end-to-end through the explainability dashboard.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041648"/>
            <a:ext cx="7909560" cy="603504"/>
          </a:xfrm>
          <a:prstGeom prst="rect">
            <a:avLst/>
          </a:prstGeom>
          <a:solidFill>
            <a:srgbClr val="10172E"/>
          </a:solidFill>
          <a:ln w="12700">
            <a:solidFill>
              <a:srgbClr val="E8B9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96512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print, on purpose:  </a:t>
            </a:r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single-maintainer, pre-1.0, license pending. Nothing here is projected or extrapolated — every number is a static audit of the repository, and the failures are left where you can find them.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8280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Rajnish Khatri  ·  rajnish.khatri@gmail.com  ·  github.com/rajnishkhatri/AgentsFramework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Trust-Native ReAct Agent Framework — v2 (QSCA)</dc:title>
  <dc:subject>PptxGenJS Presentation</dc:subject>
  <dc:creator>Rajnish Khatri</dc:creator>
  <cp:lastModifiedBy>Rajnish Khatri</cp:lastModifiedBy>
  <cp:revision>1</cp:revision>
  <dcterms:created xsi:type="dcterms:W3CDTF">2026-06-11T18:28:00Z</dcterms:created>
  <dcterms:modified xsi:type="dcterms:W3CDTF">2026-06-11T18:28:00Z</dcterms:modified>
</cp:coreProperties>
</file>