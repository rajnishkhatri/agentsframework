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PRODUCTION AI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agent you can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 in an audit.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Trust-Native ReAct Agent Framework</a:t>
            </a:r>
            <a:pPr indent="0" marL="0">
              <a:buNone/>
            </a:pPr>
            <a:r>
              <a:rPr lang="en-US" sz="15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full-stack agent platform where layer boundaries are enforced by CI, every authorization flows through a signed trust kernel, and every decision is replayable.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67328"/>
            <a:ext cx="2468880" cy="91440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3858768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108K+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11680" y="3858768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TypeScript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3767328"/>
            <a:ext cx="2468880" cy="91440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3858768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754880" y="3858768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functions 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test files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3767328"/>
            <a:ext cx="2468880" cy="91440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3858768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wks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498080" y="3858768"/>
            <a:ext cx="102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commit 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deployable, solo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Rajnish Khatri  ·  rajnish.khatri@gmail.com  ·  Chicago, IL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agent demos die in security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agent frameworks ship a clever loop and leave trust, auditability, and security as an exercise for the reader. This codebase inverts that: safety is a property of the architecture, not a TODO.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6334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965960"/>
            <a:ext cx="263347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" y="2240280"/>
            <a:ext cx="420624" cy="420624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4088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with teeth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04088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four-layer design where dependencies flow downward only. 12 dedicated architecture test modules mechanically verify the boundaries — an illegal import fails the build.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1965960"/>
            <a:ext cx="26334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965960"/>
            <a:ext cx="263347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2240280"/>
            <a:ext cx="420624" cy="420624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2044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trust kernel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20440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decisions flow through a pure, dependency-free kernel (stdlib + Pydantic only). Capability and policy records are cryptographically signed; changes force re-signing.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35624" y="1965960"/>
            <a:ext cx="26334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35624" y="1965960"/>
            <a:ext cx="263347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240280"/>
            <a:ext cx="420624" cy="420624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36792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replayable audit trail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36792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recordings, phase logs, and a signed agent-facts registry capture every LLM call, routing decision, and guardrail verdict — so “why did the agent do that?” has an answer.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static audit of github.com/rajnishkhatri/AgentsFramework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layers, enforced by the test suite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572000" cy="694944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447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700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topology &amp; state — thin wrappers only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51760" y="20299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</a:rPr>
              <a:t>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4572000" cy="694944"/>
          </a:xfrm>
          <a:prstGeom prst="rect">
            <a:avLst/>
          </a:prstGeom>
          <a:solidFill>
            <a:srgbClr val="2A3A6B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2494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5054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logic: router, evaluator, plan builder — no LangGraph imports allowed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51760" y="2834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980944"/>
            <a:ext cx="4572000" cy="694944"/>
          </a:xfrm>
          <a:prstGeom prst="rect">
            <a:avLst/>
          </a:prstGeom>
          <a:solidFill>
            <a:srgbClr val="3D5089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0540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3310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guardrails, LLM config, governance, memory, tools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51760" y="36393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C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785616"/>
            <a:ext cx="4572000" cy="694944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858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KERNEL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types, protocols, crypto — zero framework deps, no I/O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5902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flow downward only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40680" y="1371600"/>
            <a:ext cx="3200400" cy="3246120"/>
          </a:xfrm>
          <a:prstGeom prst="rect">
            <a:avLst/>
          </a:prstGeom>
          <a:solidFill>
            <a:srgbClr val="10172E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16002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CONVENTION.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FAILING BUILD.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2240280"/>
            <a:ext cx="2697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tests/architecture/ suite </a:t>
            </a:r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12 boundary-gate modules: dependency rules, service isolation, layer placement, read-only surfaces.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that imports the wrong layer breaks CI — the architecture cannot silently rot as the codebase grows.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static audit of github.com/rajnishkhatri/AgentsFramework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2:1 test-to-code ratio, by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938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81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functions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414016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186 files, organized by architectural layer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24328" y="1371600"/>
            <a:ext cx="1938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61488" y="1481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53.6K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61488" y="21214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test code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61488" y="2414016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26.7K lines of Python application code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45736" y="1371600"/>
            <a:ext cx="1938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82896" y="1481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882896" y="21214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LLM calls in CI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82896" y="2414016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 mocked by marker scope; live evals run out-of-band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67144" y="1371600"/>
            <a:ext cx="19385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04304" y="1481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004304" y="21214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gates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04304" y="2414016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tests run as their own CI job on Python 3.13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429000"/>
            <a:ext cx="8138160" cy="1188720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82219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testing (Hypothesis) on the trust kernel  ·  rejection tests written before acceptance tests for every guard  ·  hash-pinned </a:t>
            </a:r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requirements.lock</a:t>
            </a:r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CI job proving a cold pinned install stays green  ·  every prompt externalized as a Jinja2 template (23 templates, zero prompt strings in Python)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static audit of github.com/rajnishkhatri/AgentsFramework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 in depth, then prove it happened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02920" cy="502920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rejects prompt injection &amp; system-prompt overrides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58568"/>
            <a:ext cx="502920" cy="502920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validators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88720" y="248716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Pydantic gates: shell command allowlist, path sandboxing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099816"/>
            <a:ext cx="502920" cy="502920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0540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88720" y="332841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for PII, API keys, and system-prompt leakage (regex + LLM)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941064"/>
            <a:ext cx="502920" cy="502920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8953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classifier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88720" y="416966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line of defense in the governance layer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371600"/>
            <a:ext cx="3794760" cy="3246120"/>
          </a:xfrm>
          <a:prstGeom prst="rect">
            <a:avLst/>
          </a:prstGeom>
          <a:solidFill>
            <a:srgbClr val="10172E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0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DECISION, REPLAYABLE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2029968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5285232" y="19933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recordings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input/output capture per run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2670048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5285232" y="263347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logs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trace of each reasoning phase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3310128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5285232" y="32735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agent-facts registry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&amp; policies, GCS-backed in prod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20640" y="3950208"/>
            <a:ext cx="64008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5285232" y="391363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dashboard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read-only modules: traces, decisions, guardrails, agents, compliance, live logs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static audit of github.com/rajnishkhatri/AgentsFramework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&amp; INFRASTRUCTURE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notebook — a deployable product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63347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2633472" cy="457200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27.7K lines of TypeScript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 · CopilotKit UI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WorkOS auth · Zod · Tailwind v4 / shadcn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frontend test files + read-only explainability 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371600"/>
            <a:ext cx="263347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371600"/>
            <a:ext cx="2633472" cy="457200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MIDDLEWARE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02152" y="1993392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26.7K lines of Python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 · LiteLLM multi-provider routing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Ports-and-adapters middleware: WorkOS JWT, Mem0 memory, Langfuse telemetry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checkpointing · OpenAPI contract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35624" y="1371600"/>
            <a:ext cx="263347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1371600"/>
            <a:ext cx="2633472" cy="457200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15" name="Text 13"/>
          <p:cNvSpPr/>
          <p:nvPr/>
        </p:nvSpPr>
        <p:spPr>
          <a:xfrm>
            <a:off x="6318504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DELIVERY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18504" y="1993392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Terraform files, 10 Rego policies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+ Cloudflare edge + Neon Postgres dev tier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 for agent, backend, search</a:t>
            </a:r>
            <a:endParaRPr lang="en-US" sz="12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GitHub Actions workflows incl. wire-format baselines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static audit of github.com/rajnishkhatri/AgentsFramework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CODEBASE DEMONSTRATES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leadership you can diff.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840480" cy="96926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64008" cy="9692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7830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0391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design with mechanical enforcement — the kind of governance regulated AI teams need on day one.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691640"/>
            <a:ext cx="3840480" cy="96926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691640"/>
            <a:ext cx="64008" cy="9692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7830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Test-first discipline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10328" y="20391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 test-to-code ratio, property-based testing, failure-path-first guards.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807208"/>
            <a:ext cx="3840480" cy="96926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07208"/>
            <a:ext cx="64008" cy="9692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898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Regulated-AI fluency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31546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audit trails, explainability UI, OPA policies — built for the “explain this decision” conversation.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807208"/>
            <a:ext cx="3840480" cy="969264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807208"/>
            <a:ext cx="64008" cy="9692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2898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Velocity, solo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10328" y="31546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commits, Apr 17 → Jun 10, 2026: runtime, frontend, middleware, and infra by a single engineer.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4041648"/>
            <a:ext cx="7909560" cy="658368"/>
          </a:xfrm>
          <a:prstGeom prst="rect">
            <a:avLst/>
          </a:prstGeom>
          <a:solidFill>
            <a:srgbClr val="10172E"/>
          </a:solidFill>
          <a:ln w="12700">
            <a:solidFill>
              <a:srgbClr val="E8B9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148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fine print (on purpose):  </a:t>
            </a:r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single-maintainer project, license pending, pre-1.0. Live-LLM evals run outside CI by design. Every figure here comes from a static audit of the repository — nothing is projected or extrapolated.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8280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Rajnish Khatri  ·  rajnish.khatri@gmail.com  ·  github.com/rajnishkhatri/AgentsFramework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Trust-Native ReAct Agent Framework</dc:title>
  <dc:subject>PptxGenJS Presentation</dc:subject>
  <dc:creator>Rajnish Khatri</dc:creator>
  <cp:lastModifiedBy>Rajnish Khatri</cp:lastModifiedBy>
  <cp:revision>1</cp:revision>
  <dcterms:created xsi:type="dcterms:W3CDTF">2026-06-11T17:21:14Z</dcterms:created>
  <dcterms:modified xsi:type="dcterms:W3CDTF">2026-06-11T17:21:14Z</dcterms:modified>
</cp:coreProperties>
</file>